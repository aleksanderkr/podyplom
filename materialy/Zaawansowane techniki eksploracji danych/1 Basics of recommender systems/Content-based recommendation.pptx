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0" r:id="rId8"/>
    <p:sldId id="262" r:id="rId9"/>
    <p:sldId id="264" r:id="rId10"/>
    <p:sldId id="265" r:id="rId11"/>
    <p:sldId id="266" r:id="rId12"/>
    <p:sldId id="282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A9445F-2E56-481A-8B00-89F26F5EC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CF0879A-119C-4D9A-84C9-62B92AE4A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A771558-E0E1-4C68-AC48-045C61C84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17701-65CC-481B-AEE0-D28F515C3DCE}" type="datetimeFigureOut">
              <a:rPr lang="pl-PL" smtClean="0"/>
              <a:t>08.10.2022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CE9E88A-6E0E-4A9F-9259-C301FEC8B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C34FF8E-F02A-4C5C-888B-85F661E13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DBED-0BF2-4C47-A00D-DF0B9AF2E0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72313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D62DD2-CD75-4EBB-8E6A-E756110AD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B9B8E7E-E868-4DF3-8257-6D23B3207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586D1A6-A4DA-41E5-88E4-7D301267C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17701-65CC-481B-AEE0-D28F515C3DCE}" type="datetimeFigureOut">
              <a:rPr lang="pl-PL" smtClean="0"/>
              <a:t>08.10.2022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44F0D72-1A1F-4D75-8034-4B0C7DBF9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CE3A69A-98EC-4E20-86D2-1473701EF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DBED-0BF2-4C47-A00D-DF0B9AF2E0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52970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FEC8B90-574B-4F7D-99DE-286278F2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5646F51-1E6D-4EF7-9857-497CB703B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D414C5D-3FD6-479B-92F8-BEE155A89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17701-65CC-481B-AEE0-D28F515C3DCE}" type="datetimeFigureOut">
              <a:rPr lang="pl-PL" smtClean="0"/>
              <a:t>08.10.2022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9F97E62-7A1A-40B2-BC31-3A62BE7C2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B13CC19-06A2-42C0-A418-F21D5F6B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DBED-0BF2-4C47-A00D-DF0B9AF2E0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70076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BA25D5-13D8-4239-93FA-0850F737E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735358A-6337-4A03-839B-0605CC27C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9FDDE02-7313-4138-9CAC-1C989144D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DD74ABB-60C2-48AC-8DC7-C252E7300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17701-65CC-481B-AEE0-D28F515C3DCE}" type="datetimeFigureOut">
              <a:rPr lang="pl-PL" smtClean="0"/>
              <a:t>08.10.2022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EB72F83-E425-49AA-AC34-2C5CDCCB7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A102BCA-FAFD-4FED-91ED-56312283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DBED-0BF2-4C47-A00D-DF0B9AF2E0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6528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0C00B6-238A-488B-96AF-ED23FD5CA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886D1EB-F4C3-4A9D-80BA-258D6D6F3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C15714-B3CF-4AAB-858F-2183C9711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715424BE-B7CE-40B1-AD51-63CE09E53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88703710-55A5-4468-84F2-80723B09A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49A05F5-C999-4991-9D73-EB9C81DF2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17701-65CC-481B-AEE0-D28F515C3DCE}" type="datetimeFigureOut">
              <a:rPr lang="pl-PL" smtClean="0"/>
              <a:t>08.10.2022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3E4A60AC-C09F-4701-B1E3-DB277DD77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3593A5F-514E-49E8-91CC-DDC16E24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DBED-0BF2-4C47-A00D-DF0B9AF2E0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58688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E11B6-0269-4F8A-8714-8BF25F13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4281EDE1-6AFF-4493-9876-850F914C9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17701-65CC-481B-AEE0-D28F515C3DCE}" type="datetimeFigureOut">
              <a:rPr lang="pl-PL" smtClean="0"/>
              <a:t>08.10.2022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E44E328-1234-4599-85D0-5127F9893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4C647F3-5C2D-4746-9CEE-8062217C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DBED-0BF2-4C47-A00D-DF0B9AF2E0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83037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2C2DBF98-0DE5-4F95-B35F-9E68687D6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17701-65CC-481B-AEE0-D28F515C3DCE}" type="datetimeFigureOut">
              <a:rPr lang="pl-PL" smtClean="0"/>
              <a:t>08.10.2022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32513E03-DE31-45D6-AEDD-A66DB8B15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CAA232C-7536-4EB6-A7AC-18315366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DBED-0BF2-4C47-A00D-DF0B9AF2E0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62135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C6C2BD-9A75-4E90-8A32-030BC5A4B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2ED5EF8-DE1F-4656-B51E-A2E51DB28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9C5FDE2-B58F-4721-BBC7-F1A0F6B50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A265939-1B49-441C-B8C5-3591777E3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17701-65CC-481B-AEE0-D28F515C3DCE}" type="datetimeFigureOut">
              <a:rPr lang="pl-PL" smtClean="0"/>
              <a:t>08.10.2022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19DB910-0770-496B-8B97-97F59ECD1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33CE87A-1BD5-4FD1-8F5F-1C94D579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DBED-0BF2-4C47-A00D-DF0B9AF2E0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05358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6DDC2A-1DEC-4F5C-AB4E-DBF1DAB7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51107D4-CCE3-4F30-AEE7-6A7074CFB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2EF16FE-C181-4F36-AF43-5C5460805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79E1C71-2435-4157-A715-4E04D1027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17701-65CC-481B-AEE0-D28F515C3DCE}" type="datetimeFigureOut">
              <a:rPr lang="pl-PL" smtClean="0"/>
              <a:t>08.10.2022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3D1F903-E02B-41C1-9F53-4F978A420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D0E5F0-0AA1-40AB-9031-E04E354C5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DBED-0BF2-4C47-A00D-DF0B9AF2E0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111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2ECE53-1D1F-4FB3-8306-D074AA4E9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2BD3112-287D-4977-AF86-698CEED6D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AA6217C-F8A0-4579-80AE-32D7B8FB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17701-65CC-481B-AEE0-D28F515C3DCE}" type="datetimeFigureOut">
              <a:rPr lang="pl-PL" smtClean="0"/>
              <a:t>08.10.2022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64668F4-300D-4421-AE1C-61B217C5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B196136-33BE-4E47-A21A-5C775648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DBED-0BF2-4C47-A00D-DF0B9AF2E0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1797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4EE43ADA-834D-49C5-B067-926D9E6B73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A0316F2-F233-4F87-9112-F6764B642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C74849E-D860-44BE-8038-A8F14A054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17701-65CC-481B-AEE0-D28F515C3DCE}" type="datetimeFigureOut">
              <a:rPr lang="pl-PL" smtClean="0"/>
              <a:t>08.10.2022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9D2394B-4C61-4AF2-9E9C-A3B7F808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8F02878-C77C-4826-AD05-E4D07477E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DBED-0BF2-4C47-A00D-DF0B9AF2E0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69574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6C49590D-E4D3-4BCF-A0D3-02F18E2E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B0C6F39-9AFC-4B32-B272-702037E30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D0FEBAC-C5B5-49B0-9248-1EBAD957BA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17701-65CC-481B-AEE0-D28F515C3DCE}" type="datetimeFigureOut">
              <a:rPr lang="pl-PL" smtClean="0"/>
              <a:t>08.10.2022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EC18A0D-42BB-4B56-BFDD-C46859DE6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499C5A2-4040-4F2A-808B-F21BD12BB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3DBED-0BF2-4C47-A00D-DF0B9AF2E0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34838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erve.com/kblis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natural-language-processing-feature-engineering-using-tf-idf-e8b9d00e7e76" TargetMode="External"/><Relationship Id="rId2" Type="http://schemas.openxmlformats.org/officeDocument/2006/relationships/hyperlink" Target="https://scikit-learn.org/stable/modules/generated/sklearn.feature_extraction.text.TfidfVectorize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vZAXpvHhQow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datasci.com/glossary/cosine-similarity/" TargetMode="External"/><Relationship Id="rId2" Type="http://schemas.openxmlformats.org/officeDocument/2006/relationships/hyperlink" Target="https://scikit-learn.org/stable/modules/generated/sklearn.metrics.pairwise.cosine_similarity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>
            <a:extLst>
              <a:ext uri="{FF2B5EF4-FFF2-40B4-BE49-F238E27FC236}">
                <a16:creationId xmlns:a16="http://schemas.microsoft.com/office/drawing/2014/main" id="{12DCAA24-B0A1-4288-A0DC-38F51A6A7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622" y="30185"/>
            <a:ext cx="9868755" cy="6797629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22F413E1-FC36-493E-8890-00C9000065E8}"/>
              </a:ext>
            </a:extLst>
          </p:cNvPr>
          <p:cNvSpPr txBox="1"/>
          <p:nvPr/>
        </p:nvSpPr>
        <p:spPr>
          <a:xfrm>
            <a:off x="5773271" y="5244353"/>
            <a:ext cx="3899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hlinkClick r:id="rId3" tooltip="kbliss"/>
              </a:rPr>
              <a:t>Michelle K </a:t>
            </a:r>
            <a:r>
              <a:rPr lang="pl-PL" b="1" dirty="0" err="1">
                <a:hlinkClick r:id="rId3" tooltip="kbliss"/>
              </a:rPr>
              <a:t>Bliss</a:t>
            </a:r>
            <a:endParaRPr lang="pl-PL" b="1" dirty="0"/>
          </a:p>
        </p:txBody>
      </p:sp>
    </p:spTree>
    <p:extLst>
      <p:ext uri="{BB962C8B-B14F-4D97-AF65-F5344CB8AC3E}">
        <p14:creationId xmlns:p14="http://schemas.microsoft.com/office/powerpoint/2010/main" val="2985571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077ADF04-4B73-4DBA-BE13-717A4F195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662" y="0"/>
            <a:ext cx="96386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197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EF5ACC3D-1C4A-4FCE-82AF-E9284F374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23" y="0"/>
            <a:ext cx="103243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28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88378E8D-BF7A-4BC5-94E8-3123304D3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434" y="0"/>
            <a:ext cx="96251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849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0A19132C-0713-4167-8961-31D565ED1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323" y="0"/>
            <a:ext cx="96893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269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75FF4556-2E18-46F7-8704-D51A256F9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104" y="0"/>
            <a:ext cx="96577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798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37852E-5679-483F-A86A-209B9EE08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0616"/>
          </a:xfrm>
        </p:spPr>
        <p:txBody>
          <a:bodyPr>
            <a:normAutofit/>
          </a:bodyPr>
          <a:lstStyle/>
          <a:p>
            <a:r>
              <a:rPr lang="pl-PL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TF-IDF III</a:t>
            </a:r>
            <a:endParaRPr lang="pl-PL" sz="2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4C59544-1622-4804-A639-B0DEE9373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TF-IDF in practice</a:t>
            </a:r>
          </a:p>
          <a:p>
            <a:pPr lvl="1"/>
            <a:r>
              <a:rPr lang="en-US" sz="1800" dirty="0">
                <a:solidFill>
                  <a:srgbClr val="002060"/>
                </a:solidFill>
                <a:hlinkClick r:id="rId2"/>
              </a:rPr>
              <a:t>https://scikit-learn.org/stable/modules/generated/sklearn.feature_extraction.text.TfidfVectorizer.html</a:t>
            </a:r>
            <a:endParaRPr lang="pl-PL" sz="1800" dirty="0">
              <a:solidFill>
                <a:srgbClr val="002060"/>
              </a:solidFill>
            </a:endParaRPr>
          </a:p>
          <a:p>
            <a:pPr lvl="1"/>
            <a:endParaRPr lang="pl-PL" sz="1600" dirty="0">
              <a:solidFill>
                <a:srgbClr val="002060"/>
              </a:solidFill>
              <a:hlinkClick r:id="rId3"/>
            </a:endParaRPr>
          </a:p>
          <a:p>
            <a:pPr lvl="1"/>
            <a:r>
              <a:rPr lang="en-US" sz="1600" dirty="0">
                <a:solidFill>
                  <a:srgbClr val="002060"/>
                </a:solidFill>
                <a:hlinkClick r:id="rId3"/>
              </a:rPr>
              <a:t>https://towardsdatascience.com/natural-language-processing-feature-engineering-using-tf-idf-e8b9d00e7e76</a:t>
            </a:r>
            <a:endParaRPr lang="pl-PL" sz="1600" dirty="0">
              <a:solidFill>
                <a:srgbClr val="002060"/>
              </a:solidFill>
            </a:endParaRPr>
          </a:p>
          <a:p>
            <a:pPr lvl="1"/>
            <a:endParaRPr lang="pl-PL" sz="1600" dirty="0">
              <a:solidFill>
                <a:srgbClr val="002060"/>
              </a:solidFill>
            </a:endParaRPr>
          </a:p>
          <a:p>
            <a:pPr lvl="1"/>
            <a:r>
              <a:rPr lang="pl-PL" sz="1600" dirty="0">
                <a:solidFill>
                  <a:srgbClr val="002060"/>
                </a:solidFill>
                <a:hlinkClick r:id="rId4"/>
              </a:rPr>
              <a:t>https://www.projectpro.io/recipes/use-tf-df-vectorizer</a:t>
            </a:r>
          </a:p>
          <a:p>
            <a:pPr lvl="1"/>
            <a:endParaRPr lang="pl-PL" sz="1600" dirty="0">
              <a:solidFill>
                <a:srgbClr val="002060"/>
              </a:solidFill>
              <a:hlinkClick r:id="rId4"/>
            </a:endParaRPr>
          </a:p>
          <a:p>
            <a:pPr lvl="1"/>
            <a:r>
              <a:rPr lang="en-US" sz="1600" dirty="0">
                <a:solidFill>
                  <a:srgbClr val="002060"/>
                </a:solidFill>
                <a:hlinkClick r:id="rId4"/>
              </a:rPr>
              <a:t>https://www.youtube.com/watch?v=vZAXpvHhQow</a:t>
            </a:r>
            <a:endParaRPr lang="pl-PL" sz="1600" dirty="0">
              <a:solidFill>
                <a:srgbClr val="002060"/>
              </a:solidFill>
            </a:endParaRPr>
          </a:p>
          <a:p>
            <a:pPr lvl="1"/>
            <a:endParaRPr lang="pl-PL" sz="1600" dirty="0">
              <a:solidFill>
                <a:srgbClr val="002060"/>
              </a:solidFill>
            </a:endParaRPr>
          </a:p>
          <a:p>
            <a:pPr lvl="1"/>
            <a:endParaRPr lang="en-US" sz="1600" dirty="0">
              <a:solidFill>
                <a:srgbClr val="002060"/>
              </a:solidFill>
            </a:endParaRPr>
          </a:p>
        </p:txBody>
      </p:sp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AEA04019-0381-46B9-A069-C12BC503A16D}"/>
              </a:ext>
            </a:extLst>
          </p:cNvPr>
          <p:cNvCxnSpPr/>
          <p:nvPr/>
        </p:nvCxnSpPr>
        <p:spPr>
          <a:xfrm>
            <a:off x="941294" y="1299882"/>
            <a:ext cx="1041250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ole tekstowe 5">
            <a:extLst>
              <a:ext uri="{FF2B5EF4-FFF2-40B4-BE49-F238E27FC236}">
                <a16:creationId xmlns:a16="http://schemas.microsoft.com/office/drawing/2014/main" id="{C33F50CA-6DF5-480E-8FFE-07576F54A531}"/>
              </a:ext>
            </a:extLst>
          </p:cNvPr>
          <p:cNvSpPr txBox="1"/>
          <p:nvPr/>
        </p:nvSpPr>
        <p:spPr>
          <a:xfrm>
            <a:off x="10650071" y="6364941"/>
            <a:ext cx="703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b="1" dirty="0"/>
              <a:t>-7-</a:t>
            </a:r>
          </a:p>
        </p:txBody>
      </p: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A6425061-BD13-48A8-A268-53E05728F434}"/>
              </a:ext>
            </a:extLst>
          </p:cNvPr>
          <p:cNvCxnSpPr/>
          <p:nvPr/>
        </p:nvCxnSpPr>
        <p:spPr>
          <a:xfrm>
            <a:off x="918885" y="6284258"/>
            <a:ext cx="1041250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207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C9D52FCF-B577-4A68-9E0D-64D3909C9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780" y="0"/>
            <a:ext cx="9632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836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4035DCA5-F0D9-41BB-891D-537F21F19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491" y="0"/>
            <a:ext cx="96310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2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CF7FFA2C-2D39-4AB8-874F-9ABD1EF0B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870" y="0"/>
            <a:ext cx="95802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943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9CED2B61-6E06-418F-94B3-DAB438629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436" y="0"/>
            <a:ext cx="96431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1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37852E-5679-483F-A86A-209B9EE08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0616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Similarity in practice</a:t>
            </a:r>
            <a:endParaRPr lang="en-US" sz="2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4C59544-1622-4804-A639-B0DEE9373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solidFill>
                  <a:srgbClr val="002060"/>
                </a:solidFill>
              </a:rPr>
              <a:t>Cosine similarity in practice</a:t>
            </a:r>
            <a:endParaRPr lang="pl-PL" dirty="0">
              <a:solidFill>
                <a:srgbClr val="002060"/>
              </a:solidFill>
            </a:endParaRPr>
          </a:p>
          <a:p>
            <a:pPr lvl="1"/>
            <a:r>
              <a:rPr lang="en-US" sz="1800" dirty="0">
                <a:solidFill>
                  <a:srgbClr val="002060"/>
                </a:solidFill>
                <a:hlinkClick r:id="rId2"/>
              </a:rPr>
              <a:t>https://scikit-learn.org/stable/modules/generated/sklearn.metrics.pairwise.cosine_similarity.html</a:t>
            </a:r>
            <a:endParaRPr lang="pl-PL" sz="1800" dirty="0">
              <a:solidFill>
                <a:srgbClr val="002060"/>
              </a:solidFill>
            </a:endParaRPr>
          </a:p>
          <a:p>
            <a:pPr lvl="1"/>
            <a:endParaRPr lang="pl-PL" sz="1800" dirty="0">
              <a:solidFill>
                <a:srgbClr val="002060"/>
              </a:solidFill>
            </a:endParaRPr>
          </a:p>
          <a:p>
            <a:pPr lvl="1"/>
            <a:r>
              <a:rPr lang="en-US" sz="1800" dirty="0">
                <a:solidFill>
                  <a:srgbClr val="002060"/>
                </a:solidFill>
                <a:hlinkClick r:id="rId3"/>
              </a:rPr>
              <a:t>https://www.learndatasci.com/glossary/cosine-similarity/</a:t>
            </a:r>
            <a:r>
              <a:rPr lang="pl-PL" sz="1800">
                <a:solidFill>
                  <a:srgbClr val="002060"/>
                </a:solidFill>
              </a:rPr>
              <a:t> </a:t>
            </a:r>
            <a:endParaRPr lang="en-US" sz="1800" dirty="0">
              <a:solidFill>
                <a:srgbClr val="002060"/>
              </a:solidFill>
            </a:endParaRPr>
          </a:p>
        </p:txBody>
      </p:sp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AEA04019-0381-46B9-A069-C12BC503A16D}"/>
              </a:ext>
            </a:extLst>
          </p:cNvPr>
          <p:cNvCxnSpPr/>
          <p:nvPr/>
        </p:nvCxnSpPr>
        <p:spPr>
          <a:xfrm>
            <a:off x="941294" y="1299882"/>
            <a:ext cx="1041250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AF6FC9B-C060-4E6E-85E2-03F0B6CB046E}"/>
              </a:ext>
            </a:extLst>
          </p:cNvPr>
          <p:cNvSpPr txBox="1"/>
          <p:nvPr/>
        </p:nvSpPr>
        <p:spPr>
          <a:xfrm>
            <a:off x="10650071" y="6364941"/>
            <a:ext cx="703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b="1" dirty="0"/>
              <a:t>-12-</a:t>
            </a:r>
          </a:p>
        </p:txBody>
      </p: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3987623A-7889-48BB-AE10-D32A36CAA34C}"/>
              </a:ext>
            </a:extLst>
          </p:cNvPr>
          <p:cNvCxnSpPr/>
          <p:nvPr/>
        </p:nvCxnSpPr>
        <p:spPr>
          <a:xfrm>
            <a:off x="918885" y="6284258"/>
            <a:ext cx="1041250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485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2C259CDE-F0D7-4077-A80F-559A76F6A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763" y="0"/>
            <a:ext cx="95564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6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3715828E-D2E4-42AE-ABD2-98187FAAA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264" y="0"/>
            <a:ext cx="96594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652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BFA3C4A4-066F-4979-9B2B-C6CA1C727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16" y="0"/>
            <a:ext cx="96475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9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96B61B05-B9D3-42C7-A793-FA6EEF706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667" y="0"/>
            <a:ext cx="99926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682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7C377370-95C6-4276-A896-93789E206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82" y="0"/>
            <a:ext cx="101002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73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4A72408A-E47C-4A71-85E2-7A94DBCD3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341" y="0"/>
            <a:ext cx="96473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096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34FECA2E-DCAC-4720-8378-05B2F37FE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998" y="0"/>
            <a:ext cx="96700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83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0FE76ED8-F09F-4813-A04B-200B77F9E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069" y="0"/>
            <a:ext cx="96278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74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12A882B9-19D2-43D2-A3AB-3F896EB57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158" y="0"/>
            <a:ext cx="96456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76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F8899D66-C50C-482A-BC11-5E89BD6BF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178" y="0"/>
            <a:ext cx="9605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392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9EC423FC-AB4C-48BA-AC77-8D8873F97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550" y="0"/>
            <a:ext cx="96428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95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E6AFC15A-5C08-4A48-A5FD-6926267FB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970" y="0"/>
            <a:ext cx="95580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29079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108</Words>
  <Application>Microsoft Office PowerPoint</Application>
  <PresentationFormat>Panoramiczny</PresentationFormat>
  <Paragraphs>17</Paragraphs>
  <Slides>24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TF-IDF III</vt:lpstr>
      <vt:lpstr>Prezentacja programu PowerPoint</vt:lpstr>
      <vt:lpstr>Prezentacja programu PowerPoint</vt:lpstr>
      <vt:lpstr>Prezentacja programu PowerPoint</vt:lpstr>
      <vt:lpstr>Prezentacja programu PowerPoint</vt:lpstr>
      <vt:lpstr>Similarity in practice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Content-based recommendation</dc:title>
  <dc:creator>Paweł Weichbroth</dc:creator>
  <cp:lastModifiedBy>Paweł Weichbroth</cp:lastModifiedBy>
  <cp:revision>26</cp:revision>
  <dcterms:created xsi:type="dcterms:W3CDTF">2022-10-08T07:11:07Z</dcterms:created>
  <dcterms:modified xsi:type="dcterms:W3CDTF">2022-10-08T08:30:23Z</dcterms:modified>
</cp:coreProperties>
</file>